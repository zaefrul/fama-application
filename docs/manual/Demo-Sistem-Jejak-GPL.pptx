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cerita satu lot tembikai yang sudah diluluskan dan bergerak lurus dari ladang sampai kedai. Jangan ubah rekod sedia 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Toggle mesti sepadan. FAMA hanya untuk aliabu@fama.gov.my. Semua usahawan guna Exporter123!.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Klik Log Masuk. Salah toggle akan keluar mesej peranan tidak sepadan.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ABC Fruits. Tanda semak bermaksud akaun terikat rekod syarikat. Menu: Utama, Permohonan, Kod QR, Jualan, Sijil, Profil.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Nama dan nombor pendaftaran datang dari DagangNet dan tidak diubah. Usahawan jaga alamat, telefon, emel, dan 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 Fruits sudah ada Durian, Nangka, dan Manggis. Ini senarai yang usahawan kekalkan.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salinan muat naik untuk prototaip. Tiada semakan terus dengan badan sijil.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Kategori: kebun, lot kebun, buah.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Gambar dari folder demo: Nangka, Lada Benggala, Jambu Batu, Tomato, Sawi, Tembikai. Skrol jika perlu. Jangan tekan Buang.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Draf, Dalam Semakan, Diluluskan, Ditolak. Buka satu persatu, sebut status, kemudian kembali.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Nangka Tekam Yellow. Draf belum dihantar. Dalam demo langsung, permohonan baharu yang anda simpan akan jana QR, kemudian butang Hantar muncul.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FAMA sudah nampak permohonan ini. Orang awam belum nampak halaman produk.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Mangga Harumanis. Kelulusan dan pengaktifan QR berlaku sekali gus.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Penolakan tidak mengaktifkan QR. Sebab disimpan bersama keputusan.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Haiwan Ternakan ialah laluan lain. Demo esok guna Keluaran Pertanian.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Cadangan isi: Pisang, Cavendish, Gred A, Saiz M, 500 kg, CoC STB181019EJ100436, ladang Raub, destinasi China. Jangan guna rekod sedia ada untuk langkah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Tajuk QR Belum Diaktifkan. Buat sama pada QR baharu selepas draf disimpan.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Halaman menyatakan kod tidak sah. Kemudian kembali ke tetingkap usahawan dan tekan Hantar pada draf baharu. Status jadi Dihantar. QR kekal Belum Aktif.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Toggle FAMA wajib. Akaun usahawan tidak boleh masuk di sini.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 syarikat aktif, usahawan, permohonan QR, QR aktif dan belum aktif, menunggu pengesahan, carta buah dan destinasi, serta imbasan halaman awam.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Untuk slaid ini, senarai menunjukkan permohonan yang menunggu. Jangan luluskan FAMA-2026-000123.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Pada demo langsung, sahkan hanya permohonan Pisang yang baru dihantar. Catatan wajib jika Tolak. Sahkan tidak perlukan catatan. QR yang sama menjadi Aktif.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Tukar BM, EN, dan 中文 di kanan atas. Data peribadi akaun tidak ada di halaman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Ladang Contoh Hijau → Niaga Contoh Eksport → Borong Contoh Segar → Import Contoh Niaga → Kedai Contoh Runcit. Kod di hujung: GPL-QR-001130.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 aktif dan belum aktif dipisahkan. Untuk muat turun, buka GPL-QR-000015.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Mangga Harumanis yang sudah diluluskan.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 itu URL awam yang sama. Saiz untuk seni label prototaip, bukan pencetak sebenar.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Cari QR_GENERATED, APPLICATION_SUBMITTED, dan APPLICATION_APPROVED selepas demo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Aminah ialah Pengeluar, Ladang Contoh Hijau. Enam lot demo bermula di sini.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Baki 300 kg masih di ladang. 800 kg sudah bergerak ke bawah.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Garisan menegak: Pengeluar 1,100 kg, Pengeksport 800 kg, Pemborong 560 kg, Pengimport 360 kg, Peruncit 200 kg. Setiap hentian sudah diterima dan QR aktif.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Pegawai nampak ke mana lot pergi. Pegawai tidak menekan Diterima bagi pihak syarikat.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LOT_SPLIT ditulis bila jualan kepada syarikat disimpan. LOT_ACCEPTED ditulis bila penerima menekan Diterima.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Pengaktifan QR berlaku bila permohonan disahkan.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 di atas ialah hujung rantaian, di tangan peruncit. Setiap satu menunjukkan lima peranan mengikut turutan.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EDE4"/>
                </a:solidFill>
                <a:latin typeface="Calibri"/>
              </a:rPr>
              <a:t>SISTEM JEJAK GPL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Demo esok, langkah demi langkah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7F6EF"/>
                </a:solidFill>
                <a:latin typeface="Calibri"/>
              </a:rPr>
              <a:t>Pengeluar  →  Pengeksport  →  Pemborong  →  Pengimport  →  Peruncit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Enam produk guna gambar demo: Nangka, Lada Benggala, Jambu Batu, Tomato, Sawi, Tembikai.
Contoh yang dibuka di skrin: Tembikai Merah, GPL-QR-001130.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9144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Akaun demo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3931920"/>
                <a:gridCol w="1828800"/>
                <a:gridCol w="1920240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</a:t>
                      </a:r>
                    </a:p>
                  </a:txBody>
                  <a:tcPr>
                    <a:solidFill>
                      <a:srgbClr val="0F6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Siapa</a:t>
                      </a:r>
                    </a:p>
                  </a:txBody>
                  <a:tcPr>
                    <a:solidFill>
                      <a:srgbClr val="0F6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Emel</a:t>
                      </a:r>
                    </a:p>
                  </a:txBody>
                  <a:tcPr>
                    <a:solidFill>
                      <a:srgbClr val="0F6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Kata laluan</a:t>
                      </a:r>
                    </a:p>
                  </a:txBody>
                  <a:tcPr>
                    <a:solidFill>
                      <a:srgbClr val="0F6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Peranan</a:t>
                      </a:r>
                    </a:p>
                  </a:txBody>
                  <a:tcPr>
                    <a:solidFill>
                      <a:srgbClr val="0F6B4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USAHAWAN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Ali bin Abu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ali@abcfruits.example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Exporter123!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Status permohonan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USAHAWAN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Aminah Contoh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aminah.contoh@example.com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Exporter123!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Pengeluar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USAHAWAN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Farid Contoh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farid.contoh@example.com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Exporter123!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Pengeksport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USAHAWAN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Lina Contoh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lina.contoh@example.com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Exporter123!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Pemborong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USAHAWAN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Hafiz Contoh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hafiz.contoh@example.com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Exporter123!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Pengimport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USAHAWAN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Suri Contoh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suri.contoh@example.com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Exporter123!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Peruncit</a:t>
                      </a:r>
                    </a:p>
                  </a:txBody>
                  <a:tcPr>
                    <a:solidFill>
                      <a:srgbClr val="F3F5F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FAMA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Ali bin Abu Ghani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aliabu@fama.gov.my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Fama123!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4241D"/>
                          </a:solidFill>
                          <a:latin typeface="Calibri"/>
                        </a:defRPr>
                      </a:pPr>
                      <a:r>
                        <a:t>Pegawai FAMA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   Log masuk sebagai usahawan</a:t>
            </a:r>
          </a:p>
        </p:txBody>
      </p:sp>
      <p:pic>
        <p:nvPicPr>
          <p:cNvPr id="4" name="Picture 3" descr="01-login-usahaw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Pilih USAHAWAN. Emel ali@abcfruits.example. Kata laluan Exporter123!.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   Utama usahawan</a:t>
            </a:r>
          </a:p>
        </p:txBody>
      </p:sp>
      <p:pic>
        <p:nvPicPr>
          <p:cNvPr id="4" name="Picture 3" descr="03-utama-usahaw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Tunjuk tanda sah syarikat, KPI QR, permohonan, tindakan pantas, dan galeri.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   Profil syarikat</a:t>
            </a:r>
          </a:p>
        </p:txBody>
      </p:sp>
      <p:pic>
        <p:nvPicPr>
          <p:cNvPr id="4" name="Picture 3" descr="04-profil-syari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Nama dan no. pendaftaran baca sahaja. Hubungan boleh dikemas kini. Jangan tekan Simpan.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   Keluaran</a:t>
            </a:r>
          </a:p>
        </p:txBody>
      </p:sp>
      <p:pic>
        <p:nvPicPr>
          <p:cNvPr id="4" name="Picture 3" descr="05-kelu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Tunjuk senarai keluaran syarikat. Jangan tekan Buang.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   Sijil</a:t>
            </a:r>
          </a:p>
        </p:txBody>
      </p:sp>
      <p:pic>
        <p:nvPicPr>
          <p:cNvPr id="4" name="Picture 3" descr="06-sij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Buka satu fail dengan Buka fail, kemudian tutup. Jangan muat naik sijil baharu.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6   Galeri syarikat Ali</a:t>
            </a:r>
          </a:p>
        </p:txBody>
      </p:sp>
      <p:pic>
        <p:nvPicPr>
          <p:cNvPr id="4" name="Picture 3" descr="07-galeri-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Galeri menyokong profil. Gambar pada QR awam dipilih kemudian, pada permohonan.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7   Galeri ladang contoh — gambar demo</a:t>
            </a:r>
          </a:p>
        </p:txBody>
      </p:sp>
      <p:pic>
        <p:nvPicPr>
          <p:cNvPr id="4" name="Picture 3" descr="24-galeri-gamba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Log masuk Aminah jika mahu tunjuk gambar ini. Enam produk ada dalam galeri.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8   Senarai permohonan</a:t>
            </a:r>
          </a:p>
        </p:txBody>
      </p:sp>
      <p:pic>
        <p:nvPicPr>
          <p:cNvPr id="4" name="Picture 3" descr="08-senarai-permoho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Empat status sedia ada. Jangan hantar, lulus, atau tolak rekod ini.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9   Draf</a:t>
            </a:r>
          </a:p>
        </p:txBody>
      </p:sp>
      <p:pic>
        <p:nvPicPr>
          <p:cNvPr id="4" name="Picture 3" descr="09-dr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FAMA-2026-000124 masih boleh diedit. Skrol ke bawah. Jangan tekan Jana QR atau Hantar.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10   Dalam semakan</a:t>
            </a:r>
          </a:p>
        </p:txBody>
      </p:sp>
      <p:pic>
        <p:nvPicPr>
          <p:cNvPr id="4" name="Picture 3" descr="10-dalam-sema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FAMA-2026-000123. QR GPL-QR-000123 masih Belum Aktif. Jangan ubah.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11   Diluluskan</a:t>
            </a:r>
          </a:p>
        </p:txBody>
      </p:sp>
      <p:pic>
        <p:nvPicPr>
          <p:cNvPr id="4" name="Picture 3" descr="11-dilulus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FAMA-2026-000015. QR GPL-QR-000015 sudah Aktif. Ini contoh yang sudah siap.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12   Ditolak</a:t>
            </a:r>
          </a:p>
        </p:txBody>
      </p:sp>
      <p:pic>
        <p:nvPicPr>
          <p:cNvPr id="4" name="Picture 3" descr="12-ditol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FAMA-2026-000011. QR kekal Belum Aktif. Sebab ada pada keputusan.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13   Permohonan baharu — pilih jenis</a:t>
            </a:r>
          </a:p>
        </p:txBody>
      </p:sp>
      <p:pic>
        <p:nvPicPr>
          <p:cNvPr id="4" name="Picture 3" descr="13-pilih-jen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Pada Permohonan, klik + Tambah. Pilih Keluaran Pertanian.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14   Borang keluaran pertanian</a:t>
            </a:r>
          </a:p>
        </p:txBody>
      </p:sp>
      <p:pic>
        <p:nvPicPr>
          <p:cNvPr id="4" name="Picture 3" descr="14-borang-permoho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Isi dalam bilik, kemudian Seterusnya. Itu simpan draf dan jana QR Belum Aktif.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15   Halaman awam semasa QR belum aktif</a:t>
            </a:r>
          </a:p>
        </p:txBody>
      </p:sp>
      <p:pic>
        <p:nvPicPr>
          <p:cNvPr id="4" name="Picture 3" descr="15-qr-belum-ak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Tetingkap sulit: /trace/GPL-QR-000123. Hanya ID QR. Tiada produk atau ladang.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16   Kod QR tidak sah</a:t>
            </a:r>
          </a:p>
        </p:txBody>
      </p:sp>
      <p:pic>
        <p:nvPicPr>
          <p:cNvPr id="4" name="Picture 3" descr="16-qr-tidak-s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Tetingkap sulit: /trace/GPL-QR-999999.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17   Tukar ke Pegawai FAMA</a:t>
            </a:r>
          </a:p>
        </p:txBody>
      </p:sp>
      <p:pic>
        <p:nvPicPr>
          <p:cNvPr id="4" name="Picture 3" descr="02-login-f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Log keluar. Pilih FAMA. aliabu@fama.gov.my / Fama123!.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18   Utama FAMA</a:t>
            </a:r>
          </a:p>
        </p:txBody>
      </p:sp>
      <p:pic>
        <p:nvPicPr>
          <p:cNvPr id="4" name="Picture 3" descr="27-utama-f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Ini paparan pemantauan, bukan paparan usahawan.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19   Kelulusan QR</a:t>
            </a:r>
          </a:p>
        </p:txBody>
      </p:sp>
      <p:pic>
        <p:nvPicPr>
          <p:cNvPr id="4" name="Picture 3" descr="28-kelulusan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Buka permohonan yang baru dihantar. Membuka halaman menukar Dihantar kepada Dalam Semakan.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20   Semakan pegawai — jangan tekan lagi</a:t>
            </a:r>
          </a:p>
        </p:txBody>
      </p:sp>
      <p:pic>
        <p:nvPicPr>
          <p:cNvPr id="4" name="Picture 3" descr="29-semakan-f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Skrol ke bawah untuk Catatan, Tolak, dan Sahkan. Biarkan FAMA-2026-000123.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21   Halaman awam selepas lulus</a:t>
            </a:r>
          </a:p>
        </p:txBody>
      </p:sp>
      <p:pic>
        <p:nvPicPr>
          <p:cNvPr id="4" name="Picture 3" descr="17-jejak-awam-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Imbas atau buka /trace/GPL-QR-001130. Gambar tembikai dari set demo.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22   Dari sumber ke tangan anda</a:t>
            </a:r>
          </a:p>
        </p:txBody>
      </p:sp>
      <p:pic>
        <p:nvPicPr>
          <p:cNvPr id="4" name="Picture 3" descr="17-jejak-awam-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Satu garisan, tanpa cabang: Pengeluar, Pengeksport, Pemborong, Pengimport, Peruncit.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23   Senarai kod QR</a:t>
            </a:r>
          </a:p>
        </p:txBody>
      </p:sp>
      <p:pic>
        <p:nvPicPr>
          <p:cNvPr id="4" name="Picture 3" descr="19-senarai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Log masuk semula sebagai Ali. Buka Kod QR.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24   Butiran kod QR</a:t>
            </a:r>
          </a:p>
        </p:txBody>
      </p:sp>
      <p:pic>
        <p:nvPicPr>
          <p:cNvPr id="4" name="Picture 3" descr="20-butiran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Status Aktif. Pautan awam ialah halaman yang pembeli nampak.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25   Muat turun QR</a:t>
            </a:r>
          </a:p>
        </p:txBody>
      </p:sp>
      <p:pic>
        <p:nvPicPr>
          <p:cNvPr id="4" name="Picture 3" descr="21-muat-turun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Biarkan 5 cm dan PNG, atau tukar ke PDF. Klik Muat Turun QR.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26   Jejak audit usahawan</a:t>
            </a:r>
          </a:p>
        </p:txBody>
      </p:sp>
      <p:pic>
        <p:nvPicPr>
          <p:cNvPr id="4" name="Picture 3" descr="22-audit-usahaw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Alamat /exporter/audit. Tiada dalam menu sisi.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27   Utama pengeluar</a:t>
            </a:r>
          </a:p>
        </p:txBody>
      </p:sp>
      <p:pic>
        <p:nvPicPr>
          <p:cNvPr id="4" name="Picture 3" descr="23-utama-pengelu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Log masuk Aminah Contoh. Carta jualan lot syarikat ini.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28   Lot tembikai</a:t>
            </a:r>
          </a:p>
        </p:txBody>
      </p:sp>
      <p:pic>
        <p:nvPicPr>
          <p:cNvPr id="4" name="Picture 3" descr="25-jualan-lot-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Jualan → buka GPL-QR-001126. Ini lot asal, 1,100 kg, baki 300 kg.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29   Perjalanan jualan yang teratur</a:t>
            </a:r>
          </a:p>
        </p:txBody>
      </p:sp>
      <p:pic>
        <p:nvPicPr>
          <p:cNvPr id="4" name="Picture 3" descr="26-jualan-perjala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Jangan tekan Simpan jualan atau Jual semua baki pada lot ini.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30   FAMA nampak pokok lot yang sama</a:t>
            </a:r>
          </a:p>
        </p:txBody>
      </p:sp>
      <p:pic>
        <p:nvPicPr>
          <p:cNvPr id="4" name="Picture 3" descr="30-fama-nampak-perjala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Log masuk FAMA. Buka permohonan tembikai FAMA-2026-001126.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31   Jejak audit FAMA</a:t>
            </a:r>
          </a:p>
        </p:txBody>
      </p:sp>
      <p:pic>
        <p:nvPicPr>
          <p:cNvPr id="4" name="Picture 3" descr="31-audit-f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Alamat /fama/audit.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32   Pengurusan QR</a:t>
            </a:r>
          </a:p>
        </p:txBody>
      </p:sp>
      <p:pic>
        <p:nvPicPr>
          <p:cNvPr id="4" name="Picture 3" descr="32-pengurusan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9" y="621792"/>
            <a:ext cx="8997696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638251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41D"/>
                </a:solidFill>
                <a:latin typeface="Calibri"/>
              </a:rPr>
              <a:t>Menu Pengurusan QR. Ini senarai pemantauan, bukan tempat mengaktifkan QR berasingan.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Imbas contoh yang sudah siap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Nangka          /trace/GPL-QR-001105
Lada Benggala   /trace/GPL-QR-001110
Jambu Batu      /trace/GPL-QR-001115
Tomato          /trace/GPL-QR-001120
Sawi            /trace/GPL-QR-001125
Tembikai        /trace/GPL-QR-001130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7F6EF"/>
                </a:solidFill>
                <a:latin typeface="Calibri"/>
              </a:rPr>
              <a:t>Jangan tekan Sahkan pada FAMA-2026-000123. Jangan pecahkan GPL-QR-000015 atau lot demo 001101–001130.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